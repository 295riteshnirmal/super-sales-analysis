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72" r:id="rId7"/>
    <p:sldId id="266" r:id="rId8"/>
    <p:sldId id="268" r:id="rId9"/>
    <p:sldId id="267" r:id="rId10"/>
    <p:sldId id="270" r:id="rId11"/>
    <p:sldId id="271" r:id="rId12"/>
    <p:sldId id="273" r:id="rId13"/>
    <p:sldId id="261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3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1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61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43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75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0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5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05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334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8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43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03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78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12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38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Project – Superstore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SQL </a:t>
            </a:r>
          </a:p>
          <a:p>
            <a:r>
              <a:rPr lang="en-IN" dirty="0"/>
              <a:t>                                                </a:t>
            </a:r>
            <a:r>
              <a:rPr dirty="0"/>
              <a:t>Presented by Ritesh Nirmal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Superstore dataset simulates retail sales across products, customers, and regions.</a:t>
            </a:r>
          </a:p>
          <a:p>
            <a:r>
              <a:t>- SQL used to analyze business trends and performance.</a:t>
            </a:r>
          </a:p>
          <a:p>
            <a:r>
              <a:t>- Project Objective: Extract insights using SQL queries.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Format: CSV file (Superstore.csv)</a:t>
            </a:r>
          </a:p>
          <a:p>
            <a:r>
              <a:t>- Rows: 9,994 (approx.)</a:t>
            </a:r>
          </a:p>
          <a:p>
            <a:r>
              <a:t>- Key Columns: Order_ID, Customer_Name, Sales, Profit, Region, Category</a:t>
            </a:r>
          </a:p>
          <a:p>
            <a:r>
              <a:t>- Tool Used: MySQL (Workbench or Command Line)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02F58-6F30-DF93-90D2-67C79A40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</a:t>
            </a:r>
            <a:r>
              <a:rPr lang="en-US" sz="10600" dirty="0"/>
              <a:t>.</a:t>
            </a:r>
            <a:r>
              <a:rPr lang="en-US" dirty="0"/>
              <a:t>Total Sales and Profit by Category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6DF2E-8EC7-ECCE-E7D2-51D27EA30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Query</a:t>
            </a:r>
          </a:p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         </a:t>
            </a:r>
          </a:p>
          <a:p>
            <a:r>
              <a:rPr lang="en-IN" sz="3200" dirty="0"/>
              <a:t>          Output</a:t>
            </a:r>
          </a:p>
          <a:p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D7013-8175-DA28-1A68-BCE8844C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77" y="2842303"/>
            <a:ext cx="4458410" cy="17633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3941F2-582C-F9B8-BFDF-F7BE870E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270" y="4769991"/>
            <a:ext cx="4780936" cy="203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1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BEECE-3D38-D619-2873-6D7CC6B1C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Most sold products by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1CB0D-ADF7-FD51-E2AA-C879086D3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4000" dirty="0"/>
              <a:t>Query</a:t>
            </a:r>
          </a:p>
          <a:p>
            <a:endParaRPr lang="en-IN" sz="4000" dirty="0"/>
          </a:p>
          <a:p>
            <a:endParaRPr lang="en-IN" sz="4000" dirty="0"/>
          </a:p>
          <a:p>
            <a:r>
              <a:rPr lang="en-IN" sz="4000" dirty="0"/>
              <a:t>       </a:t>
            </a:r>
          </a:p>
          <a:p>
            <a:r>
              <a:rPr lang="en-IN" sz="4000" dirty="0"/>
              <a:t>    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11298-A27F-5054-4D07-BD172E00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884" y="2816769"/>
            <a:ext cx="4719483" cy="1762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7631B12E-1914-FDB2-95AF-72D20359C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762" y="4909776"/>
            <a:ext cx="4444180" cy="1762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8794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5350-B90B-7473-CCC9-6B817688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7. Sub-categories with high sales but negative profit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53247-9D6A-F9FC-AA7E-0104EC797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D376F-9D6F-4F53-3524-11C42032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9" y="2956793"/>
            <a:ext cx="4769249" cy="1514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B77763-E4BC-739A-4619-E0BECEEE7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71" y="4977927"/>
            <a:ext cx="5022440" cy="167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F0D1-0BBD-668F-AA57-8E2AC7F7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Top 5 customers by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E9B6E-C539-48C9-8A20-61F51EA92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 Output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4F9CD50-E180-3189-9C02-E96BAF70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2895736"/>
            <a:ext cx="4348770" cy="15877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F643B6-AE8B-EED5-79C9-1437D11FA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897" y="4759656"/>
            <a:ext cx="4348770" cy="18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6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1A84-7C3E-6DAE-8AAC-E753B327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Top 5 Products By Quantity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8B5D-5180-1D20-7C6B-1F29E682A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B11A4-851F-022C-2627-F1AE2F24E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2839382"/>
            <a:ext cx="5132497" cy="1709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EC008-BD40-7EF0-64DF-9CF17E74B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420" y="4824228"/>
            <a:ext cx="4866968" cy="18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7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D3644-C757-8BAA-8527-0E0B5FF3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4.TOTAL NUMBER OF ORDERS IN EACH REGION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6754-9A39-52E7-D21C-A6420BBA1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 </a:t>
            </a:r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</a:t>
            </a:r>
          </a:p>
          <a:p>
            <a:r>
              <a:rPr lang="en-IN" sz="3600" dirty="0"/>
              <a:t>       Output</a:t>
            </a:r>
          </a:p>
          <a:p>
            <a:pPr marL="0" indent="0">
              <a:buNone/>
            </a:pP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497EE-1818-B325-5751-82470F6ED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61" y="2814995"/>
            <a:ext cx="4807138" cy="122801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243134-4C6F-EE86-CA9B-5361B2438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238" y="4404852"/>
            <a:ext cx="4545415" cy="205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6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170A-76A7-555E-8F91-8504B2B46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Total profit , total sales , total order.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1B907-3DD8-47EE-DB08-7E15ABFA4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Output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8B26DA4-2C0E-A7F5-FD41-974A98754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007" y="2967540"/>
            <a:ext cx="4458322" cy="1326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C2016E-C86A-89CD-80FB-5981F89E3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324" y="5976898"/>
            <a:ext cx="1810003" cy="543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6D1A8B-3DBB-E5B7-2C34-A5185DFDB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814" y="5211302"/>
            <a:ext cx="1276528" cy="571580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9EDF058-5916-DE8A-E52A-46BB6CA97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864" y="5157757"/>
            <a:ext cx="1771897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71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6B69-CD07-A4C2-CC50-4316F8423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6.Top 5 city by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17FB3-65A1-675B-1114-EBACBAC7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8DE42-2F17-D74A-6052-FD9F5C3FE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2812025"/>
            <a:ext cx="4778478" cy="16911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8283C5-3C56-0F6A-36B7-387974959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6929" y="4752765"/>
            <a:ext cx="5014452" cy="17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70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58DC-8D50-192D-266A-D4BB36EB8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Sales contribution % of each region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CE60-5E96-47A3-8864-6D734FD7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3600" dirty="0"/>
              <a:t>Query 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r>
              <a:rPr lang="en-IN" sz="3600" dirty="0"/>
              <a:t>     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194142-3E7E-EF39-07AC-CED0D658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239" y="4962344"/>
            <a:ext cx="4878681" cy="1576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615B21-306E-F57B-B479-88E964660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94" y="2844180"/>
            <a:ext cx="4896533" cy="178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62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SQL Queries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- Sub-Categories with High Sales but Loss:</a:t>
            </a:r>
          </a:p>
          <a:p>
            <a:r>
              <a:t>  SELECT Sub_Category, SUM(Sales), SUM(Profit) FROM superstore GROUP BY Sub_Category HAVING SUM(Sales) &gt; 10000 AND SUM(Profit) &lt; 0;</a:t>
            </a:r>
          </a:p>
          <a:p>
            <a:endParaRPr/>
          </a:p>
          <a:p>
            <a:r>
              <a:t>- Monthly Sales Trend for Central Region:</a:t>
            </a:r>
          </a:p>
          <a:p>
            <a:r>
              <a:t>  SELECT DATE_FORMAT(Order_Date, '%Y-%m') AS Month, SUM(Sales), SUM(Profit) FROM superstore WHERE Region = 'Central' GROUP BY Month;</a:t>
            </a:r>
          </a:p>
          <a:p>
            <a:endParaRPr/>
          </a:p>
          <a:p>
            <a:r>
              <a:t>- Ship Mode with Fastest Delivery:</a:t>
            </a:r>
          </a:p>
          <a:p>
            <a:r>
              <a:t>  SELECT Ship_Mode, AVG(DATEDIFF(Ship_Date, Order_Date)) FROM superstore GROUP BY Ship_Mode;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helps extract actionable insights from Superstore dataset.</a:t>
            </a:r>
          </a:p>
          <a:p>
            <a:r>
              <a:t>- Focus on top performing categories, customers, and regions.</a:t>
            </a:r>
          </a:p>
          <a:p>
            <a:r>
              <a:t>- Optimize shipping methods and target high-value customers.</a:t>
            </a:r>
          </a:p>
          <a:p>
            <a:r>
              <a:t>- Future Scope: Visualize with Power BI/Tableau.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64</TotalTime>
  <Words>372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Bookman Old Style</vt:lpstr>
      <vt:lpstr>Rockwell</vt:lpstr>
      <vt:lpstr>Damask</vt:lpstr>
      <vt:lpstr>SQL Project – Superstore Data Analysis</vt:lpstr>
      <vt:lpstr>Introduction</vt:lpstr>
      <vt:lpstr>Dataset Overview</vt:lpstr>
      <vt:lpstr>1.Total Sales and Profit by Category</vt:lpstr>
      <vt:lpstr>2. Most sold products by quantity</vt:lpstr>
      <vt:lpstr>7. Sub-categories with high sales but negative profit</vt:lpstr>
      <vt:lpstr>3. Top 5 customers by sales</vt:lpstr>
      <vt:lpstr>5. Top 5 Products By Quantity</vt:lpstr>
      <vt:lpstr>4.TOTAL NUMBER OF ORDERS IN EACH REGION</vt:lpstr>
      <vt:lpstr>5. Total profit , total sales , total order.</vt:lpstr>
      <vt:lpstr>6.Top 5 city by sales</vt:lpstr>
      <vt:lpstr>8. Sales contribution % of each region</vt:lpstr>
      <vt:lpstr>Key SQL Queries (Part 2)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RITESH NIRMAL</dc:creator>
  <cp:keywords/>
  <dc:description>generated using python-pptx</dc:description>
  <cp:lastModifiedBy>riteshnirmal295@gmail.com</cp:lastModifiedBy>
  <cp:revision>3</cp:revision>
  <dcterms:created xsi:type="dcterms:W3CDTF">2013-01-27T09:14:16Z</dcterms:created>
  <dcterms:modified xsi:type="dcterms:W3CDTF">2026-03-16T03:25:15Z</dcterms:modified>
  <cp:category/>
</cp:coreProperties>
</file>